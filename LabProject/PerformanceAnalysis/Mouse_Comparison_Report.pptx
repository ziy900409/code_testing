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滑鼠比較總結報告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422226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4389120" cy="26334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單一滑鼠分析：Mouse_A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2571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4389120" cy="2633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114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/>
            </a:pPr>
            <a:r>
              <a:t>分析摘要：</a:t>
            </a:r>
            <a:br/>
            <a:r>
              <a:t>- Mouse_A 在疲勞後（後測）準確度變化 -3.5%。</a:t>
            </a:r>
            <a:br/>
            <a:r>
              <a:t>- 移動效率降低 0.03。</a:t>
            </a:r>
            <a:br/>
            <a:r>
              <a:t>- 反應時間減慢 0.03 秒。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單一滑鼠分析：Mouse_B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2571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4389120" cy="2633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114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/>
            </a:pPr>
            <a:r>
              <a:t>分析摘要：</a:t>
            </a:r>
            <a:br/>
            <a:r>
              <a:t>- Mouse_B 在疲勞後（後測）準確度變化 2.6%。</a:t>
            </a:r>
            <a:br/>
            <a:r>
              <a:t>- 移動效率提升 0.02。</a:t>
            </a:r>
            <a:br/>
            <a:r>
              <a:t>- 反應時間加快 0.02 秒。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單一滑鼠分析：Mouse_C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2571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4389120" cy="2633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114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/>
            </a:pPr>
            <a:r>
              <a:t>分析摘要：</a:t>
            </a:r>
            <a:br/>
            <a:r>
              <a:t>- Mouse_C 在疲勞後（後測）準確度變化 -2.2%。</a:t>
            </a:r>
            <a:br/>
            <a:r>
              <a:t>- 移動效率降低 0.02。</a:t>
            </a:r>
            <a:br/>
            <a:r>
              <a:t>- 反應時間減慢 0.02 秒。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單一滑鼠分析：Mouse_D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2571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4389120" cy="2633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114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/>
            </a:pPr>
            <a:r>
              <a:t>分析摘要：</a:t>
            </a:r>
            <a:br/>
            <a:r>
              <a:t>- Mouse_D 在疲勞後（後測）準確度變化 -8.5%。</a:t>
            </a:r>
            <a:br/>
            <a:r>
              <a:t>- 移動效率降低 0.05。</a:t>
            </a:r>
            <a:br/>
            <a:r>
              <a:t>- 反應時間減慢 0.05 秒。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